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78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分で報告します。今日お伝えしたいのは、通信・認証・ログを横断して、ログ根拠で切り分けられるオンプレ相当検証環境を、自分の手で構築・検証したという成果です。主役はあくまでオンプレ相当の実装と検証で、AWSは最後に設計案として補足します。実装済み・検証済み・設計済み・未実装は混同せずに分けて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作ったものを一言で言うと、業務システムの『通信の交通整理』を、1台のPC上に自分で組み直したものです。WSL2 と Docker Compose を中心に、VMware上の Samba AD/DC と dnsmasq とも連携した構成です。目指したのは単に動かすことではなく、通信・認証・暗号化・ログをレイヤ単位で切り分けて説明できる状態でした。実装済みはオンプレ相当検証環境、検証済みは稼働確認・PAC経路・ログ切り分け・再構築、設計済みはAWS移行計画、未実装はAWS実機構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全体像はこの1枚です。通信は縦に流れ、Client がPACで経路を選び、Proxy1 で認証と復号、Proxy2 で経路分岐とICAP連携、Proxy3 が出口、その先がInternet。横で支えるのが Samba AD/DC、dnsmasq、stunnel、ICAP+ClamAV、そして Loki / Graylog / OpenSearch / Zabbix のログ・監視基盤です。Docker側とVMware側の境界も上部に小さく示しています。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切り分けの代表例として、入口で認証が通らないケースを出します。左の画像、Loki で proxy1 の status=407 を検索するとヒットしており、Proxy1 で止まっていることが分かります。右の画像、同じ条件を proxy2 で検索するとヒットしません。つまり後段には到達しておらず、入口の認証で止まっていると判断できます。まず access.log で結果を見て、到達有無を確認し、必要に応じて cache.log や Kerberos / DNS 側へ確認範囲を絞る、という順で切り分けています。SSLBump制約や Kerberos / DNS 依存は、失敗ログから設計判断へ反映しました。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再現性の証跡です。左の実行サマリでは STEP0 から STEP17 まで全て OK で完走し、総所要時間は 22:51。資料上は約25分と説明しています。右の正常性確認では、Proxy・Tunnel・Content-Scan・Auth・DNS-Routing・Logging・Monitoring のすべてが running/healthy になっており、AD/DC や dnsmasq の VM側まで含めて確認済みです。ここでいう再構築はコンテナ起動だけではなく、3段Proxy・認証・DNS/PAC・ログ収集・監視・通信制御を確認できる状態まで戻すことを意味します。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実装・検証済みなのは、オンプレ相当検証環境と、約25分で検証可能状態まで戻せる再現性、そしてログ根拠で経路を切り分けて説明できることです。AWSについては、3段Proxyの責務分離を維持したまま、Phase 1で1AZ最小構成、Phase 2で2AZ標準化、Phase 3でOpenSearch等を追加する設計案を作成済みです。認証は AD Connector、ログは CloudWatch Logs / S3 を組み合わせる想定ですが、AWS実機構築は未実施です。次の一手は、Phase 1をTerraformで構築し、CloudWatch Logs / SSM / S3 を実機検証することです。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8401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95250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D9CD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REPORT · 5 MIN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52500" y="1819275"/>
            <a:ext cx="168744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3000" dirty="0">
                <a:solidFill>
                  <a:srgbClr val="C8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通信・認証・ログを横断し、ログ根拠で切り分けられる検証環境を構築した。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2581275"/>
            <a:ext cx="16874490" cy="1731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多段Proxy・認証・ログ基盤を </a:t>
            </a:r>
            <a:r>
              <a:rPr lang="en-US" sz="5850" b="1" dirty="0">
                <a:solidFill>
                  <a:srgbClr val="C8401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OSSで自分の手で組み直した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52500" y="4579739"/>
            <a:ext cx="156972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2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WSL2 + Docker Compose を中心に構築したオンプレ相当検証環境（実装・検証済）／ AWS移行設計（設計のみ・実装未実施）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8534400"/>
            <a:ext cx="16383000" cy="9525"/>
          </a:xfrm>
          <a:prstGeom prst="rect">
            <a:avLst/>
          </a:prstGeom>
          <a:solidFill>
            <a:srgbClr val="2A2D33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8829675"/>
            <a:ext cx="54167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" y="9229725"/>
            <a:ext cx="5416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multiproxy-oss-portfolio · code-of-life-public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287452" y="9229725"/>
            <a:ext cx="10480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2026.05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EE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1114425"/>
            <a:ext cx="476250" cy="19050"/>
          </a:xfrm>
          <a:prstGeom prst="rect">
            <a:avLst/>
          </a:prstGeom>
          <a:solidFill>
            <a:srgbClr val="C8401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81050"/>
            <a:ext cx="55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51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62100" y="809625"/>
            <a:ext cx="21989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818186" y="742950"/>
            <a:ext cx="1668810" cy="428625"/>
          </a:xfrm>
          <a:prstGeom prst="rect">
            <a:avLst/>
          </a:prstGeom>
          <a:solidFill>
            <a:srgbClr val="E8EFE2"/>
          </a:solidFill>
          <a:ln/>
        </p:spPr>
      </p:sp>
      <p:sp>
        <p:nvSpPr>
          <p:cNvPr id="7" name="Text 5"/>
          <p:cNvSpPr/>
          <p:nvPr/>
        </p:nvSpPr>
        <p:spPr>
          <a:xfrm>
            <a:off x="3932486" y="790575"/>
            <a:ext cx="1516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実装・検証済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419225"/>
            <a:ext cx="16874490" cy="642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90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業務システムの“通信の交通整理”を、1台のPC上に自分で組み直した。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52500" y="2309217"/>
            <a:ext cx="9660216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1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WSL2 + Docker Compose を中心に、VMware 上の Samba AD/DC・dnsmasq と連携 </a:t>
            </a:r>
            <a:r>
              <a:rPr lang="en-US" sz="210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した オンプレ相当検証環境を構築。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3425428"/>
            <a:ext cx="9660216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目指したのは単に動かすことではなく、 </a:t>
            </a:r>
            <a:r>
              <a:rPr lang="en-US" sz="195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通信・認証・暗号化・ログをレイヤ単位で切り分けて説明できる </a:t>
            </a: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状態。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636151" y="2309217"/>
            <a:ext cx="6699200" cy="721578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93326" y="2528292"/>
            <a:ext cx="637039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状態の地図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893326" y="2956917"/>
            <a:ext cx="6184850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893326" y="3023592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実装済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788676" y="3023592"/>
            <a:ext cx="254540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オンプレ相当検証環境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893326" y="3471267"/>
            <a:ext cx="6184850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7" name="Text 15"/>
          <p:cNvSpPr/>
          <p:nvPr/>
        </p:nvSpPr>
        <p:spPr>
          <a:xfrm>
            <a:off x="10893326" y="3537942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検証済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788676" y="3537942"/>
            <a:ext cx="50891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稼働確認・PAC経路・ログ切り分け・再構築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0893326" y="3985617"/>
            <a:ext cx="6184850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0" name="Text 18"/>
          <p:cNvSpPr/>
          <p:nvPr/>
        </p:nvSpPr>
        <p:spPr>
          <a:xfrm>
            <a:off x="10893326" y="4052292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設計済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788676" y="4052292"/>
            <a:ext cx="16266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AWS移行計画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893326" y="4499967"/>
            <a:ext cx="6184850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3" name="Text 21"/>
          <p:cNvSpPr/>
          <p:nvPr/>
        </p:nvSpPr>
        <p:spPr>
          <a:xfrm>
            <a:off x="10893326" y="4566642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未実装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788676" y="4566642"/>
            <a:ext cx="16266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AWS実機構築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" y="9763125"/>
            <a:ext cx="2747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MULTIPROXY · gan2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18116" y="9763125"/>
            <a:ext cx="16229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362611" y="9763125"/>
            <a:ext cx="10490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02/06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EE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1114425"/>
            <a:ext cx="476250" cy="19050"/>
          </a:xfrm>
          <a:prstGeom prst="rect">
            <a:avLst/>
          </a:prstGeom>
          <a:solidFill>
            <a:srgbClr val="C8401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81050"/>
            <a:ext cx="55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51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62100" y="809625"/>
            <a:ext cx="300668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ONE DIAGRAM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614565" y="742950"/>
            <a:ext cx="1668810" cy="428625"/>
          </a:xfrm>
          <a:prstGeom prst="rect">
            <a:avLst/>
          </a:prstGeom>
          <a:solidFill>
            <a:srgbClr val="E8EFE2"/>
          </a:solidFill>
          <a:ln/>
        </p:spPr>
      </p:sp>
      <p:sp>
        <p:nvSpPr>
          <p:cNvPr id="7" name="Text 5"/>
          <p:cNvSpPr/>
          <p:nvPr/>
        </p:nvSpPr>
        <p:spPr>
          <a:xfrm>
            <a:off x="4728865" y="790575"/>
            <a:ext cx="1516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実装・検証済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419225"/>
            <a:ext cx="16874490" cy="572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45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Client → 3段Proxy → Internet を、認証・DNS・ログが横で支える。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952500" y="2125117"/>
            <a:ext cx="16383000" cy="739988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2500" y="9763125"/>
            <a:ext cx="2747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MULTIPROXY · gan2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34177" y="9763125"/>
            <a:ext cx="17890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Diagram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360825" y="9763125"/>
            <a:ext cx="10508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03/06</a:t>
            </a:r>
            <a:endParaRPr lang="en-US" sz="1800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7471DA03-804C-E55A-2D68-B01A0A62D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9" t="13050" r="3614" b="12431"/>
          <a:stretch>
            <a:fillRect/>
          </a:stretch>
        </p:blipFill>
        <p:spPr>
          <a:xfrm>
            <a:off x="2563474" y="2839008"/>
            <a:ext cx="13141406" cy="597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EE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1114425"/>
            <a:ext cx="476250" cy="1905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81050"/>
            <a:ext cx="55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5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62100" y="781050"/>
            <a:ext cx="38933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— 横断切り分け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475387" y="742950"/>
            <a:ext cx="948779" cy="428625"/>
          </a:xfrm>
          <a:prstGeom prst="rect">
            <a:avLst/>
          </a:prstGeom>
          <a:solidFill>
            <a:srgbClr val="E8EFE2"/>
          </a:solidFill>
          <a:ln/>
        </p:spPr>
      </p:sp>
      <p:sp>
        <p:nvSpPr>
          <p:cNvPr id="7" name="Text 5"/>
          <p:cNvSpPr/>
          <p:nvPr/>
        </p:nvSpPr>
        <p:spPr>
          <a:xfrm>
            <a:off x="5589687" y="790575"/>
            <a:ext cx="7963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検証済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419225"/>
            <a:ext cx="16874490" cy="549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30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access.log で結果を見て、到達有無と関連ログから原因へ寄せる。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52500" y="2140000"/>
            <a:ext cx="8086725" cy="5874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8004870"/>
            <a:ext cx="8086725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2140000"/>
            <a:ext cx="8086725" cy="47625"/>
          </a:xfrm>
          <a:prstGeom prst="rect">
            <a:avLst/>
          </a:prstGeom>
          <a:solidFill>
            <a:srgbClr val="C8401F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2140000"/>
            <a:ext cx="9525" cy="587439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29700" y="2140000"/>
            <a:ext cx="9525" cy="587439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2359075"/>
            <a:ext cx="7917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C840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Proxy1 / Loki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52525" y="2730550"/>
            <a:ext cx="7686675" cy="4668589"/>
          </a:xfrm>
          <a:prstGeom prst="rect">
            <a:avLst/>
          </a:prstGeom>
          <a:solidFill>
            <a:srgbClr val="0E1116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25" y="3761630"/>
            <a:ext cx="7686675" cy="22118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2525" y="7513439"/>
            <a:ext cx="7917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Proxy1で 407。入口で認証未成立。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248775" y="2140000"/>
            <a:ext cx="8086725" cy="5874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9248775" y="8004870"/>
            <a:ext cx="8086725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0" name="Shape 17"/>
          <p:cNvSpPr/>
          <p:nvPr/>
        </p:nvSpPr>
        <p:spPr>
          <a:xfrm>
            <a:off x="9248775" y="2140000"/>
            <a:ext cx="8086725" cy="476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1" name="Shape 18"/>
          <p:cNvSpPr/>
          <p:nvPr/>
        </p:nvSpPr>
        <p:spPr>
          <a:xfrm>
            <a:off x="9248775" y="2140000"/>
            <a:ext cx="9525" cy="587439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2" name="Shape 19"/>
          <p:cNvSpPr/>
          <p:nvPr/>
        </p:nvSpPr>
        <p:spPr>
          <a:xfrm>
            <a:off x="17325975" y="2140000"/>
            <a:ext cx="9525" cy="587439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3" name="Text 20"/>
          <p:cNvSpPr/>
          <p:nvPr/>
        </p:nvSpPr>
        <p:spPr>
          <a:xfrm>
            <a:off x="9448800" y="2359075"/>
            <a:ext cx="7917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Proxy2 / Loki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448800" y="2730550"/>
            <a:ext cx="7686675" cy="4668589"/>
          </a:xfrm>
          <a:prstGeom prst="rect">
            <a:avLst/>
          </a:prstGeom>
          <a:solidFill>
            <a:srgbClr val="0E111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34675" y="2935932"/>
            <a:ext cx="5114925" cy="425767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448800" y="7513439"/>
            <a:ext cx="791727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Proxy2 には未到達（No logs found）。入口で停止。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952500" y="8185845"/>
            <a:ext cx="16383000" cy="1053405"/>
          </a:xfrm>
          <a:prstGeom prst="rect">
            <a:avLst/>
          </a:prstGeom>
          <a:solidFill>
            <a:srgbClr val="FFF8F2"/>
          </a:solidFill>
          <a:ln w="9525">
            <a:solidFill>
              <a:srgbClr val="C8401F">
                <a:alpha val="2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71575" y="8328720"/>
            <a:ext cx="1643634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結果ログで発生段を確認し、必要に応じて</a:t>
            </a:r>
            <a:r>
              <a:rPr lang="en-US" sz="1950" b="1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cache.log / Kerberos / DNS</a:t>
            </a:r>
            <a:r>
              <a:rPr lang="en-US" sz="195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側へ確認範囲を絞る。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SSLBump 制約や Kerberos/DNS 依存は、失敗ログから設計判断へ反映。</a:t>
            </a:r>
            <a:endParaRPr lang="en-US" sz="1950" dirty="0"/>
          </a:p>
        </p:txBody>
      </p:sp>
      <p:sp>
        <p:nvSpPr>
          <p:cNvPr id="29" name="Text 25"/>
          <p:cNvSpPr/>
          <p:nvPr/>
        </p:nvSpPr>
        <p:spPr>
          <a:xfrm>
            <a:off x="952500" y="9763125"/>
            <a:ext cx="2747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MULTIPROXY · gan2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811964" y="9763125"/>
            <a:ext cx="24270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/ Triage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6354425" y="9763125"/>
            <a:ext cx="10572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04/06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4EE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1114425"/>
            <a:ext cx="476250" cy="19050"/>
          </a:xfrm>
          <a:prstGeom prst="rect">
            <a:avLst/>
          </a:prstGeom>
          <a:solidFill>
            <a:srgbClr val="B680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81050"/>
            <a:ext cx="55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51" dirty="0">
                <a:solidFill>
                  <a:srgbClr val="B68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62100" y="781050"/>
            <a:ext cx="30056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B68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— 再現性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613523" y="742950"/>
            <a:ext cx="948779" cy="428625"/>
          </a:xfrm>
          <a:prstGeom prst="rect">
            <a:avLst/>
          </a:prstGeom>
          <a:solidFill>
            <a:srgbClr val="E8EFE2"/>
          </a:solidFill>
          <a:ln/>
        </p:spPr>
      </p:sp>
      <p:sp>
        <p:nvSpPr>
          <p:cNvPr id="7" name="Text 5"/>
          <p:cNvSpPr/>
          <p:nvPr/>
        </p:nvSpPr>
        <p:spPr>
          <a:xfrm>
            <a:off x="4727823" y="790575"/>
            <a:ext cx="79637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F5E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検証済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1419225"/>
            <a:ext cx="16874490" cy="526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3150" b="1" dirty="0">
                <a:solidFill>
                  <a:srgbClr val="0E111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環境破棄後、約25分でログ確認・監視・通信制御まで含む検証可能状態へ戻せる。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952500" y="2097732"/>
            <a:ext cx="9830842" cy="74272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9515475"/>
            <a:ext cx="9830842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2097732"/>
            <a:ext cx="9830842" cy="47625"/>
          </a:xfrm>
          <a:prstGeom prst="rect">
            <a:avLst/>
          </a:prstGeom>
          <a:solidFill>
            <a:srgbClr val="B6802A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2097732"/>
            <a:ext cx="9525" cy="742726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73817" y="2097732"/>
            <a:ext cx="9525" cy="7427268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2297757"/>
            <a:ext cx="971371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B68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all_in_one_summary — STEP別所要時間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52525" y="2726382"/>
            <a:ext cx="9430792" cy="6221462"/>
          </a:xfrm>
          <a:prstGeom prst="rect">
            <a:avLst/>
          </a:prstGeom>
          <a:solidFill>
            <a:srgbClr val="0E1116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2525" y="3316486"/>
            <a:ext cx="9430792" cy="504110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2525" y="9043095"/>
            <a:ext cx="971371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altLang="ja-JP" dirty="0"/>
              <a:t>STEP0–17 </a:t>
            </a:r>
            <a:r>
              <a:rPr lang="ja-JP" altLang="en-US" dirty="0"/>
              <a:t>完走。実測 </a:t>
            </a:r>
            <a:r>
              <a:rPr lang="en-US" altLang="ja-JP" dirty="0"/>
              <a:t>22:51 </a:t>
            </a:r>
            <a:r>
              <a:rPr lang="ja-JP" altLang="en-US" dirty="0"/>
              <a:t>で </a:t>
            </a:r>
            <a:r>
              <a:rPr lang="ja-JP" altLang="en-US" b="1" dirty="0"/>
              <a:t>検証可能状態</a:t>
            </a:r>
            <a:r>
              <a:rPr lang="ja-JP" altLang="en-US" dirty="0"/>
              <a:t>へ到達。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992892" y="2097732"/>
            <a:ext cx="6342608" cy="61604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10992892" y="8248650"/>
            <a:ext cx="6342608" cy="9525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0" name="Shape 17"/>
          <p:cNvSpPr/>
          <p:nvPr/>
        </p:nvSpPr>
        <p:spPr>
          <a:xfrm>
            <a:off x="10992892" y="2097732"/>
            <a:ext cx="6342608" cy="47625"/>
          </a:xfrm>
          <a:prstGeom prst="rect">
            <a:avLst/>
          </a:prstGeom>
          <a:solidFill>
            <a:srgbClr val="6B7B3A"/>
          </a:solidFill>
          <a:ln/>
        </p:spPr>
      </p:sp>
      <p:sp>
        <p:nvSpPr>
          <p:cNvPr id="21" name="Shape 18"/>
          <p:cNvSpPr/>
          <p:nvPr/>
        </p:nvSpPr>
        <p:spPr>
          <a:xfrm>
            <a:off x="10992892" y="2097732"/>
            <a:ext cx="9525" cy="6160443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2" name="Shape 19"/>
          <p:cNvSpPr/>
          <p:nvPr/>
        </p:nvSpPr>
        <p:spPr>
          <a:xfrm>
            <a:off x="17325975" y="2097732"/>
            <a:ext cx="9525" cy="6160443"/>
          </a:xfrm>
          <a:prstGeom prst="rect">
            <a:avLst/>
          </a:prstGeom>
          <a:solidFill>
            <a:srgbClr val="E2E5EA"/>
          </a:solidFill>
          <a:ln/>
        </p:spPr>
      </p:sp>
      <p:sp>
        <p:nvSpPr>
          <p:cNvPr id="23" name="Text 20"/>
          <p:cNvSpPr/>
          <p:nvPr/>
        </p:nvSpPr>
        <p:spPr>
          <a:xfrm>
            <a:off x="11173867" y="2278707"/>
            <a:ext cx="61600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6B7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healthcheck — 正常性確認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173867" y="2688282"/>
            <a:ext cx="5980658" cy="4632871"/>
          </a:xfrm>
          <a:prstGeom prst="rect">
            <a:avLst/>
          </a:prstGeom>
          <a:solidFill>
            <a:srgbClr val="0E111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73867" y="3277195"/>
            <a:ext cx="5980658" cy="3454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173867" y="7397353"/>
            <a:ext cx="616007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 / 認証 / DNS / ログ / 監視まで正常性確認済み。</a:t>
            </a:r>
            <a:endParaRPr lang="en-US" sz="1950" dirty="0"/>
          </a:p>
        </p:txBody>
      </p:sp>
      <p:sp>
        <p:nvSpPr>
          <p:cNvPr id="27" name="Shape 23"/>
          <p:cNvSpPr/>
          <p:nvPr/>
        </p:nvSpPr>
        <p:spPr>
          <a:xfrm>
            <a:off x="10992892" y="8391525"/>
            <a:ext cx="6342608" cy="1133475"/>
          </a:xfrm>
          <a:prstGeom prst="rect">
            <a:avLst/>
          </a:prstGeom>
          <a:solidFill>
            <a:srgbClr val="FFF8F2"/>
          </a:solidFill>
          <a:ln w="9525">
            <a:solidFill>
              <a:srgbClr val="C8401F">
                <a:alpha val="2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154817" y="8515350"/>
            <a:ext cx="620903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「再構築」の定義： </a:t>
            </a:r>
            <a:r>
              <a:rPr lang="en-US" sz="1500" dirty="0">
                <a:solidFill>
                  <a:srgbClr val="3A41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コンテナ起動だけでなく、3段Proxy・認証・DNS/PAC・ログ収集・監視・通信制御を確認できる状態まで戻すこと。 </a:t>
            </a: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（STEP0–17 / Guard・Retry / 所要時間出力）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952500" y="9763125"/>
            <a:ext cx="27479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MULTIPROXY · gan2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742908" y="9763125"/>
            <a:ext cx="25772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/ Rebuild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16366480" y="9763125"/>
            <a:ext cx="10452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116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742950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429" dirty="0">
                <a:solidFill>
                  <a:srgbClr val="D9CD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CLOSING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247775"/>
            <a:ext cx="1667827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実装・検証済みのオンプレ相当検証環境を主役に、 AWSは責務分離を写像する</a:t>
            </a:r>
            <a:r>
              <a:rPr lang="en-US" sz="3750" b="1" dirty="0">
                <a:solidFill>
                  <a:srgbClr val="82A6D6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設計案</a:t>
            </a:r>
            <a:r>
              <a:rPr lang="en-US" sz="375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として整理。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952500" y="2733675"/>
            <a:ext cx="8067675" cy="61436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733675"/>
            <a:ext cx="47625" cy="6143625"/>
          </a:xfrm>
          <a:prstGeom prst="rect">
            <a:avLst/>
          </a:prstGeom>
          <a:solidFill>
            <a:srgbClr val="C8401F"/>
          </a:solidFill>
          <a:ln/>
        </p:spPr>
      </p:sp>
      <p:sp>
        <p:nvSpPr>
          <p:cNvPr id="7" name="Text 5"/>
          <p:cNvSpPr/>
          <p:nvPr/>
        </p:nvSpPr>
        <p:spPr>
          <a:xfrm>
            <a:off x="1247775" y="2943225"/>
            <a:ext cx="77504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実装・検証済み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7775" y="3333750"/>
            <a:ext cx="775049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オンプレ相当検証環境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83970" y="3782318"/>
            <a:ext cx="770801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3段Proxy・認証・DNS・暗号化・検査・ログ・監視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83970" y="4203204"/>
            <a:ext cx="770801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約25分で検証可能状態まで再構築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83970" y="4624090"/>
            <a:ext cx="770801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ログ根拠で経路を切り分けて説明できる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67825" y="2733675"/>
            <a:ext cx="8067675" cy="61436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67825" y="2733675"/>
            <a:ext cx="47625" cy="6143625"/>
          </a:xfrm>
          <a:prstGeom prst="rect">
            <a:avLst/>
          </a:prstGeom>
          <a:solidFill>
            <a:srgbClr val="82A6D6"/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0" y="2943225"/>
            <a:ext cx="775049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52" dirty="0">
                <a:solidFill>
                  <a:srgbClr val="82A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設計済み（未実装）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63100" y="3333750"/>
            <a:ext cx="775049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AWS移行設計案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99295" y="3782318"/>
            <a:ext cx="770801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3段Proxyの責務分離を維持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99295" y="4203204"/>
            <a:ext cx="7708011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1：1AZ最小構成 ／ Phase 2：2AZ標準化 ／ Phase 3：OpenSearch等を追加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599295" y="5044976"/>
            <a:ext cx="7708011" cy="87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C9C2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認証は AD Connector、ログは CloudWatch Logs / S3 を組み合わせる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99295" y="5886748"/>
            <a:ext cx="7708011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70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※ AWS実機構築は未実施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9029700"/>
            <a:ext cx="16383000" cy="9525"/>
          </a:xfrm>
          <a:prstGeom prst="rect">
            <a:avLst/>
          </a:prstGeom>
          <a:solidFill>
            <a:srgbClr val="2A2D33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9172575"/>
            <a:ext cx="108401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2EE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次の一手： </a:t>
            </a:r>
            <a:r>
              <a:rPr lang="en-US" sz="1950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を Terraform で構築し、CloudWatch Logs / SSM / S3 を実機検証する。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148768" y="9220200"/>
            <a:ext cx="22629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A8A0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gan2 · 2026.05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728</Words>
  <Application>Microsoft Office PowerPoint</Application>
  <PresentationFormat>ユーザー設定</PresentationFormat>
  <Paragraphs>84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Noto Serif JP</vt:lpstr>
      <vt:lpstr>Arial</vt:lpstr>
      <vt:lpstr>Inter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崇 岩本</cp:lastModifiedBy>
  <cp:revision>3</cp:revision>
  <dcterms:created xsi:type="dcterms:W3CDTF">2026-05-01T18:23:56Z</dcterms:created>
  <dcterms:modified xsi:type="dcterms:W3CDTF">2026-05-06T19:42:18Z</dcterms:modified>
</cp:coreProperties>
</file>